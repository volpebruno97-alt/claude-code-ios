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Personal AI Data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Complete Professional Workflow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📊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🏠 Your own private AI assistant running 24/7 on Raspberry Pi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💾 Complete file storage and management system (2TB)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🤖 Claude AI integrated with file access capabilities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🌐 Beautiful web dashboard for easy interaction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🔐 100% private - your data never leaves your home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⏱️ Timeline: 4-6 weeks | Effort: 35-47 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🏗️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73152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🖥️ User Layer: Web Dashboard | Telegram Bot | Mobile App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89120" y="1920240"/>
            <a:ext cx="365760" cy="274320"/>
          </a:xfrm>
          <a:prstGeom prst="downArrow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⚙️ API Layer: FastAPI Backend | Claude AI Integration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89120" y="3108960"/>
            <a:ext cx="365760" cy="274320"/>
          </a:xfrm>
          <a:prstGeom prst="downArrow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474720"/>
            <a:ext cx="7315200" cy="731520"/>
          </a:xfrm>
          <a:prstGeom prst="roundRect">
            <a:avLst/>
          </a:prstGeom>
          <a:solidFill>
            <a:srgbClr val="4CAF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📁 Data Layer: PostgreSQL Database | 2TB File Storage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89120" y="4297680"/>
            <a:ext cx="365760" cy="274320"/>
          </a:xfrm>
          <a:prstGeom prst="downArrow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7315200" cy="731520"/>
          </a:xfrm>
          <a:prstGeom prst="roundRect">
            <a:avLst/>
          </a:prstGeom>
          <a:solidFill>
            <a:srgbClr val="FF9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🍓 Infrastructure: Raspberry Pi 5 | Ubuntu Server |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📅 Project Timeline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645920" cy="50292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Week 1</a:t>
            </a:r>
            <a:br/>
            <a:br/>
            <a:r>
              <a:t>Hardware Setup</a:t>
            </a:r>
            <a:br/>
            <a:r>
              <a:t>&amp;</a:t>
            </a:r>
            <a:br/>
            <a:r>
              <a:t>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188720"/>
            <a:ext cx="1645920" cy="5029200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9900"/>
                </a:solidFill>
              </a:defRPr>
            </a:pPr>
            <a:r>
              <a:t>Week 2</a:t>
            </a:r>
            <a:br/>
            <a:br/>
            <a:r>
              <a:t>Backend</a:t>
            </a:r>
            <a:br/>
            <a:r>
              <a:t>&amp;</a:t>
            </a:r>
            <a:br/>
            <a:r>
              <a:t>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1645920" cy="5029200"/>
          </a:xfrm>
          <a:prstGeom prst="roundRect">
            <a:avLst/>
          </a:prstGeom>
          <a:solidFill>
            <a:srgbClr val="C8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4CAF50"/>
                </a:solidFill>
              </a:defRPr>
            </a:pPr>
            <a:r>
              <a:t>Week 3</a:t>
            </a:r>
            <a:br/>
            <a:br/>
            <a:r>
              <a:t>Dashboard</a:t>
            </a:r>
            <a:br/>
            <a:r>
              <a:t>&amp;</a:t>
            </a:r>
            <a:br/>
            <a:r>
              <a:t>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1645920" cy="5029200"/>
          </a:xfrm>
          <a:prstGeom prst="roundRect">
            <a:avLst/>
          </a:prstGeom>
          <a:solidFill>
            <a:srgbClr val="FFFF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9600"/>
                </a:solidFill>
              </a:defRPr>
            </a:pPr>
            <a:r>
              <a:t>Week 4</a:t>
            </a:r>
            <a:br/>
            <a:br/>
            <a:r>
              <a:t>Optimization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188720"/>
            <a:ext cx="1280160" cy="5029200"/>
          </a:xfrm>
          <a:prstGeom prst="roundRect">
            <a:avLst/>
          </a:prstGeom>
          <a:solidFill>
            <a:srgbClr val="FF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4336"/>
                </a:solidFill>
              </a:defRPr>
            </a:pPr>
            <a:r>
              <a:t>Week 5-6</a:t>
            </a:r>
            <a:br/>
            <a:br/>
            <a:r>
              <a:t>Testing</a:t>
            </a:r>
            <a:br/>
            <a:r>
              <a:t>&amp;</a:t>
            </a:r>
            <a:br/>
            <a:r>
              <a:t>Go-Live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1: Hardware Setup &amp; OS Installation (1-2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Assemble Raspberry Pi with cooling case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Flash Ubuntu Server to SD card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Initial system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SSH access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Running Ubuntu Server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SSH connectivity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Network connection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2: Storage &amp; Database Setup (2-3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Connect 2TB SSD via Inateck enclosure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Format and mount storage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Configure auto-mount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Install &amp; setup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2TB SSD mounted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PostgreSQL running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Database created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3: Backend API &amp; Core Services (4-6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Deploy FastAPI backend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Create file management endpoints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Build database models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Configure auto-restart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API running on port 8000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File endpoints working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Database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4: AI Integration (3-4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Integrate Claude API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Implement file reading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Add conversation history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Enable streaming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Claude AI responding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File access working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Conversation persistence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5: Web Dashboard Development (6-8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Create React dashboard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Build chat interface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Add file browser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Implement real-time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Dashboard at port 3000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Chat working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Mobile responsive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6: Authentication &amp; Security (3-4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Implement JWT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Add user registration/login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Configure HTTPS/SSL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Add rate limiting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User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HTTPS enabled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Security audit passed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7: Advanced Features (4-5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Full-text search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Conversation export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Backup system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Project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Search functional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Export working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Backups running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8: Optimization &amp; Deployment (3-4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Performance testing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Database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Memory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Setup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99.9% uptime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Response &lt; 2s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Monitoring active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9: Testing &amp; Quality Assurance (4-5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Unit testing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Integration testing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Security testing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Load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All tests passing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Zero critical bugs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Security approved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10: Documentation &amp; Training (2-3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Create user guides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Write admin manual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Document API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Build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Complete docs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Video tutorials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Troubleshooting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Phase 11: Deployment &amp; Go-Live (2-3 hours)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📋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Final system checks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Database backup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Deploy to production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Post-launch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System live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Monitoring active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✓ Support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⏱️ Time &amp; Effort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371600" cy="3200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0972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097280"/>
            <a:ext cx="1828800" cy="3200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0972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Effort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1828800" cy="3200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1731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1-2h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1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7373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2-3h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3736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5740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4-6h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77439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37743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3-4h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7743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9748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6974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6-8h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6974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0175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3-4h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0175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337559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33755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4-5h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33755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65760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6576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3-4h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6576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77639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97763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4-5h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97763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29768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2976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2-3h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29768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1371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6177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2-3h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46177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</a:defRPr>
            </a:pPr>
            <a: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212079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TOTAL: 35-47 HOURS OVER 4-6 WEEKS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📈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System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Uptime: &gt; 99.9%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Response time: &lt; 2s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Memory usage: &lt; 4GB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Disk usage: &lt; 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Chat response: &lt; 5s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File upload: &lt; 10s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Dashboard load: &lt; 3s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Mobile: 100% responsive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🔐 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End-to-end encryption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Local-only 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JWT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HTTPS/SSL enabled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900"/>
                </a:solidFill>
              </a:defRPr>
            </a:pPr>
            <a: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Access logging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Daily backups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Permission control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Audit trail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✅ Launch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Pre-Launch (1 week before): All phases 80%+ complete, security audit passed, monitoring ready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Launch Day: Database backup, monitoring active, support team ready, deployment scripts tested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Post-Launch (24 hours): Verify stability, collect feedback, check performance, run team debrief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1️⃣ Order hardware: Raspberry Pi 5, SSD, PSU, cables (£130)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2️⃣ Wait for delivery: 3-5 business days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3️⃣ Start Phase 1: Hardware assembly and OS installation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4️⃣ Follow the workflow: Complete each phase systematically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5️⃣ Go live: Deploy and start using your AI data center!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91440" lIns="274320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📚 Support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📖 Complete documentation included in project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🐳 Docker compose files for easy deployment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🔧 Troubleshooting guides for common issues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💬 Step-by-step implementation guides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🎯 Pre-configured scripts and templates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Ready to Build?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9900"/>
                </a:solidFill>
              </a:defRPr>
            </a:pPr>
            <a:r>
              <a:t>Let's create your personal AI data center!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