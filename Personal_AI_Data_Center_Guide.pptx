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Personal AI Data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9900"/>
                </a:solidFill>
              </a:defRPr>
            </a:pPr>
            <a:r>
              <a:t>A Complete Guide for Raspberry Pi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What is This System?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🏠 Your own private, secure AI assistant running locally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📁 Complete file storage and management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🤖 AI that can access your files and help with any task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💻 Beautiful web dashboard for easy interaction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🔐 Full privacy - your data never leaves your home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⚡ Powered by Raspberry Pi 5 - efficient and reliable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AI Assistant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Answer questions &amp; provide research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Access and analyze your files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Help with project planning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Financial tracking &amp; analysis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Writing &amp; content creation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Code generation &amp;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System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File storage &amp; organization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Web-based dashboard UI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User authentication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Conversation history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Task scheduling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System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🍓 Raspberry Pi 5: Central hub running everything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🗄️ File Storage: Local NAS-style storage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🤖 AI Engine: Claude AI with file access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🌐 Web Interface: Beautiful dashboard for interaction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Database: PostgreSQL for persistent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🔌 APIs: RESTful API for all components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Hardware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Essential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Raspberry Pi 5 (8GB RAM minimum)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Power supply (27W recommended)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MicroSD card (128GB+)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Network cable or WiFi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Cooling case with heatsinks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Monitor (initial setup 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Storage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External SSD (1TB-4TB recommended)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USB 3.0 enclosure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Network attached storage (optional)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Backup drive (recommended)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Multiple drives for redundancy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Hot-swap capability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Software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🐧 Operating System: Ubuntu Server for Raspberry 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🐍 Backend: Python FastAPI (same as Claude bot)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Database: PostgreSQL for data storage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🌐 Frontend: React-based web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🤖 AI: Claude API with file access plugins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🔐 Auth: JWT authentication &amp; encryption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System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File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Automated file indexing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Full-text search capability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File categorization &amp; tagging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Access control &amp; permissions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Backup &amp; recovery system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Compression &amp; archiving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AI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File reading &amp; analysis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Context-aware responses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Multi-file processing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Task automation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Research capabilities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Learning from interactions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User Interface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💬 Real-time chat with your AI assistant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📂 File browser and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📈 Dashboard with system stats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📋 Task management &amp; scheduling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💰 Finance tracking module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🔐 Settings &amp; security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Protection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End-to-end encryption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Local-only data storage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JWT token authentication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HTTPS/SSL encryption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Regular backups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Access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Privacy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 cloud uploads needed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Complete data ownership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GDPR compliant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 third-party access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Custom data policies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Full audit trail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1: Hardware setup &amp; OS installation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2: Backend API &amp; file storage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3: AI integration with file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4: Web dashboard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5: Advanced features &amp; automation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6: Optimization &amp; 24/7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Development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Phase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Phase 1: 1-2 hours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Phase 2: 4-6 hours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Phase 3: 3-4 hours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Phase 4: 6-8 hours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Phase 5: 4-5 hours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Phase 6: 2-3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Parallel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Total: ~20-28 hours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Can be done incrementally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Start using after Phase 3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Add features as you go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Community plugins available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 downtime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Budget Estimation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Raspberry Pi 5 (8GB): $80-100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supply: $15-20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Cooling case: $20-30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MicroSD card (128GB): $20-25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External SSD (2TB): $100-150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Cables &amp; accessories: $20-30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 Hardware: ~$280-380 (one-time)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1️⃣ Purchase Raspberry Pi 5 and accessories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2️⃣ Install Ubuntu Server 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3️⃣ Set up networking &amp; SSH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4️⃣ Install Docker for containerization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5️⃣ Deploy backend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6️⃣ Configure storage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7️⃣ Build and deploy web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Smart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Voice assistant integration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Mobile app companion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IoT device control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Email integration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Calendar scheduling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Notification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Power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Code execution environment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Web scraping capabilities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Real-time data processing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Machine learning models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API integrations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Plugin ecosystem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Why This Approach?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vs Cloud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Complete privacy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No recurring costs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Full control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Faster responses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No bandwidth limits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Custom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vs Generic Smart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Powerful AI included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Works offline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Grows with you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Open source friendly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Better integration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✅ Extendable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Resources You'll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📚 Raspberry Pi documentation: raspberry.org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📖 Ubuntu Server guide: ubuntu.com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🐳 Docker guide: docker.com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🔗 Claude API docs: anthropic.com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💬 Community support: forums &amp; Discord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⚙️ GitHub repositories: code &amp; examples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Ready to Build?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9900"/>
                </a:solidFill>
              </a:defRPr>
            </a:pPr>
            <a:r>
              <a:t>Let's create your personal AI data center!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